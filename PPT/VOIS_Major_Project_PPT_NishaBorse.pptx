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7" d="100"/>
          <a:sy n="87" d="100"/>
        </p:scale>
        <p:origin x="432" y="5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068" y="2896600"/>
            <a:ext cx="8258372" cy="14315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 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:-</a:t>
            </a:r>
            <a:r>
              <a:rPr lang="en-US" b="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Nisha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Kishorji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Borse</a:t>
            </a:r>
            <a:endParaRPr lang="en-IN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College Name :- </a:t>
            </a:r>
            <a:r>
              <a:rPr lang="en-US" b="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R.C.P.E.T's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Institute of Management Research and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			Development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Shirpur</a:t>
            </a:r>
            <a:endParaRPr lang="en-IN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68" y="235662"/>
            <a:ext cx="11245412" cy="743448"/>
          </a:xfrm>
        </p:spPr>
        <p:txBody>
          <a:bodyPr>
            <a:normAutofit/>
          </a:bodyPr>
          <a:lstStyle/>
          <a:p>
            <a: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Title </a:t>
            </a:r>
            <a:r>
              <a:rPr lang="en-GB" sz="32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Agriculture Performance Analysis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215068" y="4328160"/>
            <a:ext cx="808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AICTE STU ID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:-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STU67650ae7b49901734675175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3306" y="1196542"/>
            <a:ext cx="10036048" cy="527537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Agricultural activities are influenced by seasonal variations in environmental conditions, farming practices, resource availability and market conditions. As a result, agricultural performance may differ from one season to another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raw agricultural data does not clearly explain how agricultural performance changes across seasons or what patterns can be observed in different seasonal conditions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 is to analyze the given agricultural dataset and investigate seasonal differences in agricultural performance by identifying meaningful patterns, trends, relationships and variations within the available data. 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06" y="275374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 STATEMENT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9850" y="3060191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31753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Description</a:t>
            </a: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endParaRPr lang="en-IN" sz="18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3306" y="1196542"/>
            <a:ext cx="10036048" cy="527537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analyzes agricultural activities across different seasons using Python, Pandas,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Seaborn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focuses on crop production, yield, rainfall, temperature, soil conditions, resource usage, disease risk, revenue, cost, and profit. 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visualization techniques were applied to identify seasonal trends, regional variations, environmental impacts, and economic outcomes. 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provides evidence-based insights and recommendations for improving agricultural planning.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3288" y="881888"/>
            <a:ext cx="10621016" cy="5780691"/>
          </a:xfrm>
        </p:spPr>
        <p:txBody>
          <a:bodyPr>
            <a:normAutofit fontScale="62500" lnSpcReduction="20000"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 Users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Farmers 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Agricultural Researchers 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Government Agriculture Departments 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 Makers 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Agribusiness Companies 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Agricultural Consultants 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and Researchers </a:t>
            </a:r>
          </a:p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seasonal planning 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resource allocation 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productivity 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profit management 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decision making 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88" y="169481"/>
            <a:ext cx="10046070" cy="59861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ARE THE END USERS?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04747" y="806447"/>
            <a:ext cx="4013085" cy="59001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 </a:t>
            </a:r>
          </a:p>
          <a:p>
            <a:pPr marL="0" indent="0">
              <a:buNone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Techniques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Analysis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ANOVA Statistical Testing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Visualization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19" y="132737"/>
            <a:ext cx="7179057" cy="66671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Used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 txBox="1">
            <a:spLocks/>
          </p:cNvSpPr>
          <p:nvPr/>
        </p:nvSpPr>
        <p:spPr>
          <a:xfrm>
            <a:off x="2002592" y="983231"/>
            <a:ext cx="4013085" cy="52434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</a:t>
            </a:r>
          </a:p>
          <a:p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</a:t>
            </a:r>
          </a:p>
          <a:p>
            <a:pPr marL="0" indent="0">
              <a:buNone/>
            </a:pPr>
            <a:r>
              <a:rPr lang="en-IN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Libraries</a:t>
            </a:r>
          </a:p>
          <a:p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 </a:t>
            </a:r>
          </a:p>
          <a:p>
            <a:r>
              <a:rPr lang="en-IN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Seaborn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SciPy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endParaRPr lang="en-IN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37" y="-57673"/>
            <a:ext cx="1832939" cy="618505"/>
          </a:xfrm>
        </p:spPr>
        <p:txBody>
          <a:bodyPr>
            <a:normAutofit fontScale="90000"/>
          </a:bodyPr>
          <a:lstStyle/>
          <a:p>
            <a:r>
              <a:rPr lang="en-GB" sz="3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0793" y="879856"/>
            <a:ext cx="5609155" cy="578510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Agricultural Performance Across Seasons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is the final business outcome.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Directly answers: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agricultural performance varies across seasons.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season performs best economically.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Slide Text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Agricultural profitability varies across seasons.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seasons generate significantly higher profits.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conditions influence economic outcomes.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Interpretation: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analysis shows that agricultural performance is not uniform throughout the year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variations impact overall profitability, indicating the importance of season-specific planning and resource allocation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711" y="251579"/>
            <a:ext cx="6036517" cy="30358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808" y="3105785"/>
            <a:ext cx="6264183" cy="361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01" y="126749"/>
            <a:ext cx="2981643" cy="531619"/>
          </a:xfrm>
        </p:spPr>
        <p:txBody>
          <a:bodyPr>
            <a:normAutofit fontScale="90000"/>
          </a:bodyPr>
          <a:lstStyle/>
          <a:p>
            <a:r>
              <a:rPr lang="en-GB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</a:t>
            </a:r>
            <a:endParaRPr lang="en-IN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700" y="697864"/>
            <a:ext cx="5615115" cy="59670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Environmental Conditions Analysis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Rainfall is one of the most important agricultural factors.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Directly answers: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seasonal patterns can be observed?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environmental conditions differ.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Slide Text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Rainfall levels vary considerably across seasons.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seasons receive significantly higher rainfall.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Environmental conditions change throughout the agricultural cycle.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Interpretation: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Rainfall plays a critical role in crop growth and agricultural productivity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differences in rainfall can influence yield, production, and resource requirements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60" y="126749"/>
            <a:ext cx="6132576" cy="27160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60" y="2842823"/>
            <a:ext cx="6132576" cy="396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32" y="-37999"/>
            <a:ext cx="2981643" cy="647599"/>
          </a:xfrm>
        </p:spPr>
        <p:txBody>
          <a:bodyPr>
            <a:normAutofit fontScale="90000"/>
          </a:bodyPr>
          <a:lstStyle/>
          <a:p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932" y="702205"/>
            <a:ext cx="5188395" cy="60427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Usage Analysis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PDF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specifically asks for resource usage analysis.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is the most critical agricultural resource.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Slide Text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consumption differs across seasons.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seasons require significantly higher irrigation.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requirements are influenced by environmental conditions.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Interpretation: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seasonal water demand helps improve irrigation planning and supports efficient resource utilization for sustainable farming.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328" y="107037"/>
            <a:ext cx="3492646" cy="27053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974" y="139486"/>
            <a:ext cx="3257826" cy="26728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984" y="2985461"/>
            <a:ext cx="6835816" cy="375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41" y="-69420"/>
            <a:ext cx="1994091" cy="642443"/>
          </a:xfrm>
        </p:spPr>
        <p:txBody>
          <a:bodyPr>
            <a:normAutofit fontScale="90000"/>
          </a:bodyPr>
          <a:lstStyle/>
          <a:p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40" y="670560"/>
            <a:ext cx="5926733" cy="6089904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Performance Analysis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Directly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answers: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seasonal patterns consistent across regions?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Slide Text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Agricultural profitability differs across states.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performance is not identical across regions.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regions consistently achieve better outcomes.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Interpretation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factors such as climate, farming practices, and resource availability contribute to variations in seasonal agricultural performance.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474" y="129881"/>
            <a:ext cx="6040414" cy="25401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474" y="2670048"/>
            <a:ext cx="6040414" cy="409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33" y="-153667"/>
            <a:ext cx="2981643" cy="738883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556" y="657878"/>
            <a:ext cx="6110788" cy="60070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 Analysis</a:t>
            </a:r>
          </a:p>
          <a:p>
            <a:pPr marL="0" indent="0">
              <a:buNone/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Rainfall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 Production (Scatter Plot)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Directly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answers: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environmental conditions related to agricultural performance?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Slide Text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relationship exists between rainfall and crop production.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Environmental factors influence agricultural outcomes.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 levels tend to vary with rainfall patterns.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Interpretation: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analysis highlights the impact of environmental conditions on agricultural productivity and demonstrates the importance of monitoring climate-related factors.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376" y="116518"/>
            <a:ext cx="5608320" cy="19889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340" y="2367403"/>
            <a:ext cx="5959356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 txBox="1">
            <a:spLocks/>
          </p:cNvSpPr>
          <p:nvPr/>
        </p:nvSpPr>
        <p:spPr>
          <a:xfrm>
            <a:off x="584517" y="1110452"/>
            <a:ext cx="4735798" cy="46216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sz="40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 rot="10800000" flipV="1">
            <a:off x="320982" y="1530469"/>
            <a:ext cx="11107611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real-time weather data to improve seasonal agricultural analysis.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machine learning models for crop yield and profit prediction.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an interactive Power BI dashboard for farmers and agricultural stakeholders.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multi-year agricultural data to identify long-term seasonal trends.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Incorporate satellite and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sensor data for precision agriculture.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early warning system for disease and pest risk prediction.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region-specific recommendations based on seasonal performance patterns.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data-driven agricultural planning and resource optimization. 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777413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Rectangle 1"/>
          <p:cNvSpPr/>
          <p:nvPr/>
        </p:nvSpPr>
        <p:spPr>
          <a:xfrm>
            <a:off x="779584" y="2200227"/>
            <a:ext cx="98591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https://github.com/100-Nisha/Seasonal-Agriculture-Performance-Analysis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08" y="210261"/>
            <a:ext cx="11735500" cy="606603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VOIS Course completion certificate - </a:t>
            </a:r>
            <a:r>
              <a:rPr lang="en-IN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31" y="816865"/>
            <a:ext cx="9121930" cy="584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023" y="915924"/>
            <a:ext cx="4921508" cy="1335636"/>
          </a:xfrm>
        </p:spPr>
        <p:txBody>
          <a:bodyPr>
            <a:noAutofit/>
          </a:bodyPr>
          <a:lstStyle/>
          <a:p>
            <a:pPr algn="ctr"/>
            <a:r>
              <a:rPr lang="en-IN" sz="4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195192" y="2476992"/>
            <a:ext cx="11179687" cy="35458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Agriculture Performance </a:t>
            </a:r>
            <a:r>
              <a:rPr lang="en-US" sz="40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</a:p>
          <a:p>
            <a:endParaRPr lang="en-US" sz="4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Submitted </a:t>
            </a:r>
            <a:r>
              <a:rPr lang="en-US" sz="40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by: </a:t>
            </a:r>
            <a:r>
              <a:rPr lang="en-US" sz="4000" dirty="0" err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Nisha</a:t>
            </a:r>
            <a:r>
              <a:rPr lang="en-US" sz="40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Kishorji</a:t>
            </a:r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Borse</a:t>
            </a:r>
            <a:endParaRPr lang="en-US" sz="4000" dirty="0" smtClean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MCA 2025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purl.org/dc/elements/1.1/"/>
    <ds:schemaRef ds:uri="http://schemas.microsoft.com/office/2006/metadata/properties"/>
    <ds:schemaRef ds:uri="16c05727-aa75-4e4a-9b5f-8a80a1165891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71af3243-3dd4-4a8d-8c0d-dd76da1f02a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789</TotalTime>
  <Words>632</Words>
  <Application>Microsoft Office PowerPoint</Application>
  <PresentationFormat>Widescreen</PresentationFormat>
  <Paragraphs>125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user</cp:lastModifiedBy>
  <cp:revision>106</cp:revision>
  <dcterms:created xsi:type="dcterms:W3CDTF">2021-07-11T13:13:15Z</dcterms:created>
  <dcterms:modified xsi:type="dcterms:W3CDTF">2026-09-10T11:20:36Z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